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98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INTERNSHIP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CodTech IT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COMPANY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CodTech IT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4069080" cy="5394960"/>
          </a:xfrm>
          <a:prstGeom prst="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" y="1207008"/>
            <a:ext cx="3849624" cy="5285232"/>
          </a:xfrm>
          <a:prstGeom prst="rect">
            <a:avLst/>
          </a:prstGeom>
          <a:noFill/>
        </p:spPr>
        <p:txBody>
          <a:bodyPr wrap="square" lIns="101600" rIns="101600" tIns="50800" bIns="50800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2E3E50"/>
                </a:solidFill>
              </a:defRPr>
            </a:pPr>
            <a:r>
              <a:rPr sz="1400">
                <a:solidFill>
                  <a:srgbClr val="34495E"/>
                </a:solidFill>
              </a:rPr>
              <a:t>Company Snapshot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>
                <a:solidFill>
                  <a:srgbClr val="34495E"/>
                </a:solidFill>
              </a:rPr>
              <a:t>• 8+ years of experience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>
                <a:solidFill>
                  <a:srgbClr val="34495E"/>
                </a:solidFill>
              </a:rPr>
              <a:t>• 1500+ projects completed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>
                <a:solidFill>
                  <a:srgbClr val="34495E"/>
                </a:solidFill>
              </a:rPr>
              <a:t>• 1000+ happy clients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>
                <a:solidFill>
                  <a:srgbClr val="34495E"/>
                </a:solidFill>
              </a:rPr>
              <a:t>• 750+ skilled team members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1097280"/>
            <a:ext cx="4069080" cy="5394960"/>
          </a:xfrm>
          <a:prstGeom prst="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73168" y="1207008"/>
            <a:ext cx="3849624" cy="5285232"/>
          </a:xfrm>
          <a:prstGeom prst="rect">
            <a:avLst/>
          </a:prstGeom>
          <a:noFill/>
        </p:spPr>
        <p:txBody>
          <a:bodyPr wrap="square" lIns="101600" rIns="101600" tIns="50800" bIns="50800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2E3E50"/>
                </a:solidFill>
              </a:defRPr>
            </a:pPr>
            <a:r>
              <a:rPr sz="1400">
                <a:solidFill>
                  <a:srgbClr val="34495E"/>
                </a:solidFill>
              </a:rPr>
              <a:t>Key Highlights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>
                <a:solidFill>
                  <a:srgbClr val="34495E"/>
                </a:solidFill>
              </a:rPr>
              <a:t>• Google, Microsoft, and AWS partnerships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>
                <a:solidFill>
                  <a:srgbClr val="34495E"/>
                </a:solidFill>
              </a:rPr>
              <a:t>• MSME, AICTE, MCA, ISO 9001:2015 certifications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>
                <a:solidFill>
                  <a:srgbClr val="34495E"/>
                </a:solidFill>
              </a:rPr>
              <a:t>• Services: Web, mobile, marketing, UI/UX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>
                <a:solidFill>
                  <a:srgbClr val="34495E"/>
                </a:solidFill>
              </a:rPr>
              <a:t>• Focus: professional digital solutions that drive growth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TASK 1 - ETL PIPELINE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CodTech IT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4069080" cy="5394960"/>
          </a:xfrm>
          <a:prstGeom prst="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" y="1207008"/>
            <a:ext cx="3849624" cy="5285232"/>
          </a:xfrm>
          <a:prstGeom prst="rect">
            <a:avLst/>
          </a:prstGeom>
          <a:noFill/>
        </p:spPr>
        <p:txBody>
          <a:bodyPr wrap="square" lIns="101600" rIns="101600" tIns="50800" bIns="50800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2E3E50"/>
                </a:solidFill>
              </a:defRPr>
            </a:pPr>
            <a:r>
              <a:rPr sz="1400">
                <a:solidFill>
                  <a:srgbClr val="34495E"/>
                </a:solidFill>
              </a:rPr>
              <a:t>Objective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>
                <a:solidFill>
                  <a:srgbClr val="34495E"/>
                </a:solidFill>
              </a:rPr>
              <a:t>• Built an ETL pipeline in Python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>
                <a:solidFill>
                  <a:srgbClr val="34495E"/>
                </a:solidFill>
              </a:rPr>
              <a:t>• Removed duplicates and handled missing values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>
                <a:solidFill>
                  <a:srgbClr val="34495E"/>
                </a:solidFill>
              </a:rPr>
              <a:t>• Scaled numeric columns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1097280"/>
            <a:ext cx="4069080" cy="5394960"/>
          </a:xfrm>
          <a:prstGeom prst="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73168" y="1207008"/>
            <a:ext cx="3849624" cy="5285232"/>
          </a:xfrm>
          <a:prstGeom prst="rect">
            <a:avLst/>
          </a:prstGeom>
          <a:noFill/>
        </p:spPr>
        <p:txBody>
          <a:bodyPr wrap="square" lIns="101600" rIns="101600" tIns="50800" bIns="50800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2E3E50"/>
                </a:solidFill>
              </a:defRPr>
            </a:pPr>
            <a:r>
              <a:rPr sz="1400">
                <a:solidFill>
                  <a:srgbClr val="34495E"/>
                </a:solidFill>
              </a:rPr>
              <a:t>Implementation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>
                <a:solidFill>
                  <a:srgbClr val="34495E"/>
                </a:solidFill>
              </a:rPr>
              <a:t>• Encoded categorical columns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>
                <a:solidFill>
                  <a:srgbClr val="34495E"/>
                </a:solidFill>
              </a:rPr>
              <a:t>• Saved transformed output as CSV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>
                <a:solidFill>
                  <a:srgbClr val="34495E"/>
                </a:solidFill>
              </a:rPr>
              <a:t>• Tools: pandas, scikit-learn, StandardScaler, SimpleImputer, OneHotEncoder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TASK 2 - DEEP LEARNING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CodTech IT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4069080" cy="5394960"/>
          </a:xfrm>
          <a:prstGeom prst="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" y="1207008"/>
            <a:ext cx="3849624" cy="5285232"/>
          </a:xfrm>
          <a:prstGeom prst="rect">
            <a:avLst/>
          </a:prstGeom>
          <a:noFill/>
        </p:spPr>
        <p:txBody>
          <a:bodyPr wrap="square" lIns="101600" rIns="101600" tIns="50800" bIns="50800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2E3E50"/>
                </a:solidFill>
              </a:defRPr>
            </a:pPr>
            <a:r>
              <a:rPr sz="1400">
                <a:solidFill>
                  <a:srgbClr val="34495E"/>
                </a:solidFill>
              </a:rPr>
              <a:t>Model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>
                <a:solidFill>
                  <a:srgbClr val="34495E"/>
                </a:solidFill>
              </a:rPr>
              <a:t>• CNN-based digit classification on MNIST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>
                <a:solidFill>
                  <a:srgbClr val="34495E"/>
                </a:solidFill>
              </a:rPr>
              <a:t>• Conv2D + MaxPooling layers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>
                <a:solidFill>
                  <a:srgbClr val="34495E"/>
                </a:solidFill>
              </a:rPr>
              <a:t>• Dense layer with dropout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1097280"/>
            <a:ext cx="4069080" cy="5394960"/>
          </a:xfrm>
          <a:prstGeom prst="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73168" y="1207008"/>
            <a:ext cx="3849624" cy="5285232"/>
          </a:xfrm>
          <a:prstGeom prst="rect">
            <a:avLst/>
          </a:prstGeom>
          <a:noFill/>
        </p:spPr>
        <p:txBody>
          <a:bodyPr wrap="square" lIns="101600" rIns="101600" tIns="50800" bIns="50800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2E3E50"/>
                </a:solidFill>
              </a:defRPr>
            </a:pPr>
            <a:r>
              <a:rPr sz="1400">
                <a:solidFill>
                  <a:srgbClr val="34495E"/>
                </a:solidFill>
              </a:rPr>
              <a:t>Outputs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>
                <a:solidFill>
                  <a:srgbClr val="34495E"/>
                </a:solidFill>
              </a:rPr>
              <a:t>• Generated training curves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>
                <a:solidFill>
                  <a:srgbClr val="34495E"/>
                </a:solidFill>
              </a:rPr>
              <a:t>• Created confusion matrix output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>
                <a:solidFill>
                  <a:srgbClr val="34495E"/>
                </a:solidFill>
              </a:rPr>
              <a:t>• Tools: TensorFlow/Keras, NumPy, Matplotlib, scikit-learn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TASK 3 - E-COMMERCE PRODUCT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CodTech IT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4069080" cy="5394960"/>
          </a:xfrm>
          <a:prstGeom prst="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" y="1207008"/>
            <a:ext cx="3849624" cy="5285232"/>
          </a:xfrm>
          <a:prstGeom prst="rect">
            <a:avLst/>
          </a:prstGeom>
          <a:noFill/>
        </p:spPr>
        <p:txBody>
          <a:bodyPr wrap="square" lIns="101600" rIns="101600" tIns="50800" bIns="50800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2E3E50"/>
                </a:solidFill>
              </a:defRPr>
            </a:pPr>
            <a:r>
              <a:rPr sz="1400">
                <a:solidFill>
                  <a:srgbClr val="34495E"/>
                </a:solidFill>
              </a:rPr>
              <a:t>Features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>
                <a:solidFill>
                  <a:srgbClr val="34495E"/>
                </a:solidFill>
              </a:rPr>
              <a:t>• Interactive product gallery with real images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>
                <a:solidFill>
                  <a:srgbClr val="34495E"/>
                </a:solidFill>
              </a:rPr>
              <a:t>• Thumbnail navigation and image counter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>
                <a:solidFill>
                  <a:srgbClr val="34495E"/>
                </a:solidFill>
              </a:rPr>
              <a:t>• Customer reviews and rating 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1097280"/>
            <a:ext cx="4069080" cy="5394960"/>
          </a:xfrm>
          <a:prstGeom prst="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73168" y="1207008"/>
            <a:ext cx="3849624" cy="5285232"/>
          </a:xfrm>
          <a:prstGeom prst="rect">
            <a:avLst/>
          </a:prstGeom>
          <a:noFill/>
        </p:spPr>
        <p:txBody>
          <a:bodyPr wrap="square" lIns="101600" rIns="101600" tIns="50800" bIns="50800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2E3E50"/>
                </a:solidFill>
              </a:defRPr>
            </a:pPr>
            <a:r>
              <a:rPr sz="1400">
                <a:solidFill>
                  <a:srgbClr val="34495E"/>
                </a:solidFill>
              </a:rPr>
              <a:t>Tech Stack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>
                <a:solidFill>
                  <a:srgbClr val="34495E"/>
                </a:solidFill>
              </a:rPr>
              <a:t>• Add to cart, wishlist, and review form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>
                <a:solidFill>
                  <a:srgbClr val="34495E"/>
                </a:solidFill>
              </a:rPr>
              <a:t>• Responsive layout for desktop and mobile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>
                <a:solidFill>
                  <a:srgbClr val="34495E"/>
                </a:solidFill>
              </a:rPr>
              <a:t>• Tools: HTML5, CSS3, JavaScript, Unsplash images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TASK 3 SCREENSHOT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CodTech IT Solutions</a:t>
            </a:r>
          </a:p>
        </p:txBody>
      </p:sp>
      <p:pic>
        <p:nvPicPr>
          <p:cNvPr id="5" name="Picture 4" descr="task3_product_page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8138160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172200"/>
            <a:ext cx="7955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2E3E50"/>
                </a:solidFill>
              </a:defRPr>
            </a:pPr>
            <a:r>
              <a:t>Interactive product page screenshot showing the gallery, product details, and review section.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TOOLS &amp; 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CodTech IT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4069080" cy="5394960"/>
          </a:xfrm>
          <a:prstGeom prst="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" y="1207008"/>
            <a:ext cx="3849624" cy="5285232"/>
          </a:xfrm>
          <a:prstGeom prst="rect">
            <a:avLst/>
          </a:prstGeom>
          <a:noFill/>
        </p:spPr>
        <p:txBody>
          <a:bodyPr wrap="square" lIns="101600" rIns="101600" tIns="50800" bIns="50800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2E3E50"/>
                </a:solidFill>
              </a:defRPr>
            </a:pPr>
            <a:r>
              <a:rPr sz="1400">
                <a:solidFill>
                  <a:srgbClr val="34495E"/>
                </a:solidFill>
              </a:rPr>
              <a:t>Programming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>
                <a:solidFill>
                  <a:srgbClr val="34495E"/>
                </a:solidFill>
              </a:rPr>
              <a:t>• Python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>
                <a:solidFill>
                  <a:srgbClr val="34495E"/>
                </a:solidFill>
              </a:rPr>
              <a:t>• pandas, NumPy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>
                <a:solidFill>
                  <a:srgbClr val="34495E"/>
                </a:solidFill>
              </a:rPr>
              <a:t>• scikit-learn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>
                <a:solidFill>
                  <a:srgbClr val="34495E"/>
                </a:solidFill>
              </a:rPr>
              <a:t>• TensorFlow/Keras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1097280"/>
            <a:ext cx="4069080" cy="5394960"/>
          </a:xfrm>
          <a:prstGeom prst="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73168" y="1207008"/>
            <a:ext cx="3849624" cy="5285232"/>
          </a:xfrm>
          <a:prstGeom prst="rect">
            <a:avLst/>
          </a:prstGeom>
          <a:noFill/>
        </p:spPr>
        <p:txBody>
          <a:bodyPr wrap="square" lIns="101600" rIns="101600" tIns="50800" bIns="50800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2E3E50"/>
                </a:solidFill>
              </a:defRPr>
            </a:pPr>
            <a:r>
              <a:rPr sz="1400">
                <a:solidFill>
                  <a:srgbClr val="34495E"/>
                </a:solidFill>
              </a:rPr>
              <a:t>Development Tools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>
                <a:solidFill>
                  <a:srgbClr val="34495E"/>
                </a:solidFill>
              </a:rPr>
              <a:t>• HTML5, CSS3, JavaScript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>
                <a:solidFill>
                  <a:srgbClr val="34495E"/>
                </a:solidFill>
              </a:rPr>
              <a:t>• VS Code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>
                <a:solidFill>
                  <a:srgbClr val="34495E"/>
                </a:solidFill>
              </a:rPr>
              <a:t>• Git and GitHub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400">
                <a:solidFill>
                  <a:srgbClr val="34495E"/>
                </a:solidFill>
              </a:defRPr>
            </a:pPr>
            <a:r>
              <a:rPr sz="1400">
                <a:solidFill>
                  <a:srgbClr val="34495E"/>
                </a:solidFill>
              </a:rPr>
              <a:t>• PowerPoint via python-pptx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28016"/>
            <a:ext cx="6217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PROJECT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CodTech IT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5394960"/>
          </a:xfrm>
          <a:prstGeom prst="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143000"/>
            <a:ext cx="8010144" cy="5321808"/>
          </a:xfrm>
          <a:prstGeom prst="rect">
            <a:avLst/>
          </a:prstGeom>
          <a:noFill/>
        </p:spPr>
        <p:txBody>
          <a:bodyPr wrap="square" lIns="101600" rIns="101600" tIns="50800" bIns="50800">
            <a:normAutofit/>
          </a:bodyPr>
          <a:lstStyle/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500">
                <a:solidFill>
                  <a:srgbClr val="34495E"/>
                </a:solidFill>
              </a:defRPr>
            </a:pPr>
            <a:r>
              <a:rPr sz="1500">
                <a:solidFill>
                  <a:srgbClr val="34495E"/>
                </a:solidFill>
              </a:rPr>
              <a:t>• Task 1: ETL pipeline development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500">
                <a:solidFill>
                  <a:srgbClr val="34495E"/>
                </a:solidFill>
              </a:defRPr>
            </a:pPr>
            <a:r>
              <a:rPr sz="1500">
                <a:solidFill>
                  <a:srgbClr val="34495E"/>
                </a:solidFill>
              </a:rPr>
              <a:t>• Task 2: Deep learning image classification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500">
                <a:solidFill>
                  <a:srgbClr val="34495E"/>
                </a:solidFill>
              </a:defRPr>
            </a:pPr>
            <a:r>
              <a:rPr sz="1500">
                <a:solidFill>
                  <a:srgbClr val="34495E"/>
                </a:solidFill>
              </a:rPr>
              <a:t>• Task 3: E-commerce product page design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500">
                <a:solidFill>
                  <a:srgbClr val="34495E"/>
                </a:solidFill>
              </a:defRPr>
            </a:pPr>
            <a:r>
              <a:rPr sz="1500">
                <a:solidFill>
                  <a:srgbClr val="34495E"/>
                </a:solidFill>
              </a:rPr>
              <a:t>• Learned data processing, ML, and frontend development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500">
                <a:solidFill>
                  <a:srgbClr val="34495E"/>
                </a:solidFill>
              </a:defRPr>
            </a:pPr>
            <a:r>
              <a:rPr sz="1500">
                <a:solidFill>
                  <a:srgbClr val="34495E"/>
                </a:solidFill>
              </a:rPr>
              <a:t>• Internship work completed for CodTech IT Solutions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