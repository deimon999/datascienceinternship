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INTERNSHIP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COMPANY INTRODUCTION - CodTech IT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🏢 CodTech IT Solutions - Professional Digital Solutions Company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📊 Company Stats: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8+ Years of Excellence in Digital Solutions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1500+ Projects Completed Successfully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1000+ Happy Clients Across India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750+ Skilled Team Members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🤝 Strategic Partnerships: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Google Partner, Microsoft Solutions Partner, AWS Cloud Partner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Certifications: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MSME Registered, AICTE Approved, MCA Registered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ISO 9001:2015 Certified, Skill India Certified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🎯 Services: Web Development, Mobile Apps, Digital Marketing, UI/UX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TASK 1: ETL PIPELINE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TASK 1: Data Pipeline Development (ETL)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📋 Description: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Build a Python ETL pipeline using pandas &amp; scikit-learn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Process and transform raw data for machine learning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🔧 Key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Data Preprocessing: Remove duplicates &amp; handle missing values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Feature Engineering: Numeric scaling &amp; categorical encoding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Data Loading: Save transformed dataset to CSV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🛠️ Technologies Used: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Python, Pandas, Scikit-learn (Pipeline, Transformers)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StandardScaler, SimpleImputer, OneHotEncoder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📁 Files: etl_pipeline.py, requirements.txt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TASK 2: DEEP LEARNING - CNN ON MNIST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TASK 2: Deep Learning Project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🤖 Project: Image Classification using CNN on MNIST Dataset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🏗️ Model Architecture: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Conv2D layers (32 &amp; 64 filters) with MaxPooling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Flatten &amp; Dense layers (128 units with Dropout 0.3)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Output: 10-class softmax for digit classification (0-9)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📊 Outputs Generated: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Trained model (mnist_cnn.keras)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Training curves: Accuracy &amp; Loss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Confusion Matrix: Result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🛠️ Technologies: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TensorFlow/Keras, Scikit-learn, Matplotlib, NumPy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TASK 3: E-COMMERCE PRODUCT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TASK 3: Interactive E-Commerce Product Page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🛒 Features Implemented: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Professional Product Image Gallery (4 images with thumbnails)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Navigation arrows &amp; image counter (1/4, 2/4,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Interactive product details (price, features, reviews)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Customer review system with 4.8/5 star rating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Add to Cart, Wishlist, and Review submission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🎨 Design Highlights: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Responsive layout (Mobile &amp; Desktop compatible)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Real product images from Unsplash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Modern UI with animations &amp; hover effects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Professional color scheme &amp; typography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💻 Technologies: HTML5, CSS3, JavaScript (Vanilla JS)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TOOLS &amp;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TOOLS &amp; TECHNOLOGIES USED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🐍 Programming Languages: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Python (Tasks 1 &amp; 2), HTML5/CSS3/JavaScript (Task 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📚 Python Libraries: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Data: Pandas, NumPy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ML: Scikit-learn (preprocessing, pipelines, metrics)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DL: TensorFlow/Keras (CNN model, training)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Visualization: Matplotlib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🌐 Web Technologies: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HTML5, CSS3 (responsive design, gradients, animations)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JavaScript (DOM manipulation, event handling)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Unsplash API (real product images)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🛠️ Development Tools: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VS Code, Git/GitHub, Python virtual environment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PowerPoint (python-pptx) for presentations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000" b="1">
                <a:solidFill>
                  <a:srgbClr val="FFFFFF"/>
                </a:solidFill>
              </a:defRPr>
            </a:pPr>
            <a:r>
              <a:t>PROJECT SUMMARY &amp;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PROJECT COMPLETION SUMMARY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3️⃣ Tasks Successfully Completed: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1. ETL Pipeline - Data transformation &amp; preprocessing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2. Deep Learning - CNN image 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3. E-Commerce Product Page - Interactive web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🎯 Key Achievements: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Hands-on experience with full ML pipeline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Experience in deep learning model development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Full-stack web development skills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Professional-grade code &amp;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🏆 Certificate of Completion: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Internship completion recognized by CodTech IT Solutions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 • Certified in full-stack development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