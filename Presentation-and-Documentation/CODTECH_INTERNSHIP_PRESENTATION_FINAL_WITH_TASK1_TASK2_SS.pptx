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87" autoAdjust="0"/>
  </p:normalViewPr>
  <p:slideViewPr>
    <p:cSldViewPr snapToGrid="0" snapToObjects="1">
      <p:cViewPr varScale="1">
        <p:scale>
          <a:sx n="109" d="100"/>
          <a:sy n="109" d="100"/>
        </p:scale>
        <p:origin x="167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Company Snapshot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8+ years of experience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1500+ projects completed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1000+ happy clients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750+ skilled team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Key Highlights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Google, Microsoft, and AWS partnerships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MSME, AICTE, MCA, ISO 9001:2015 certifications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Services: Web, mobile, marketing, UI/UX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Focus: professional digital solutions that drive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1 - ETL PIPELINE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Objective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Built an ETL pipeline in Python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Removed duplicates and handled missing values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Scaled numeric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Implementation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Encoded categorical columns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Saved transformed output as CSV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Tools: pandas, </a:t>
            </a:r>
            <a:r>
              <a:rPr sz="1400" dirty="0" err="1">
                <a:solidFill>
                  <a:srgbClr val="34495E"/>
                </a:solidFill>
              </a:rPr>
              <a:t>scikit</a:t>
            </a:r>
            <a:r>
              <a:rPr sz="1400" dirty="0">
                <a:solidFill>
                  <a:srgbClr val="34495E"/>
                </a:solidFill>
              </a:rPr>
              <a:t>-learn, </a:t>
            </a:r>
            <a:r>
              <a:rPr sz="1400" dirty="0" err="1">
                <a:solidFill>
                  <a:srgbClr val="34495E"/>
                </a:solidFill>
              </a:rPr>
              <a:t>StandardScaler</a:t>
            </a:r>
            <a:r>
              <a:rPr sz="1400" dirty="0">
                <a:solidFill>
                  <a:srgbClr val="34495E"/>
                </a:solidFill>
              </a:rPr>
              <a:t>, </a:t>
            </a:r>
            <a:r>
              <a:rPr sz="1400" dirty="0" err="1">
                <a:solidFill>
                  <a:srgbClr val="34495E"/>
                </a:solidFill>
              </a:rPr>
              <a:t>SimpleImputer</a:t>
            </a:r>
            <a:r>
              <a:rPr sz="1400" dirty="0">
                <a:solidFill>
                  <a:srgbClr val="34495E"/>
                </a:solidFill>
              </a:rPr>
              <a:t>, </a:t>
            </a:r>
            <a:r>
              <a:rPr sz="1400" dirty="0" err="1">
                <a:solidFill>
                  <a:srgbClr val="34495E"/>
                </a:solidFill>
              </a:rPr>
              <a:t>OneHotEncoder</a:t>
            </a:r>
            <a:endParaRPr sz="1400" dirty="0">
              <a:solidFill>
                <a:srgbClr val="34495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1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pic>
        <p:nvPicPr>
          <p:cNvPr id="5" name="Picture 4" descr="task1_etl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1722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E3E50"/>
                </a:solidFill>
              </a:defRPr>
            </a:pPr>
            <a:r>
              <a:t>ETL pipeline code screenshot showing preprocessing, transformation, and loading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2 - DEEP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Model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CNN-based digit classification on MNIST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Conv2D + </a:t>
            </a:r>
            <a:r>
              <a:rPr sz="1400" dirty="0" err="1">
                <a:solidFill>
                  <a:srgbClr val="34495E"/>
                </a:solidFill>
              </a:rPr>
              <a:t>MaxPooling</a:t>
            </a:r>
            <a:r>
              <a:rPr sz="1400" dirty="0">
                <a:solidFill>
                  <a:srgbClr val="34495E"/>
                </a:solidFill>
              </a:rPr>
              <a:t> layers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Dense layer with dropout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Outputs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Generated training curves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Created confusion matrix output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Tools: TensorFlow/</a:t>
            </a:r>
            <a:r>
              <a:rPr sz="1400" dirty="0" err="1">
                <a:solidFill>
                  <a:srgbClr val="34495E"/>
                </a:solidFill>
              </a:rPr>
              <a:t>Keras</a:t>
            </a:r>
            <a:r>
              <a:rPr sz="1400" dirty="0">
                <a:solidFill>
                  <a:srgbClr val="34495E"/>
                </a:solidFill>
              </a:rPr>
              <a:t>, NumPy, Matplotlib, </a:t>
            </a:r>
            <a:r>
              <a:rPr sz="1400" dirty="0" err="1">
                <a:solidFill>
                  <a:srgbClr val="34495E"/>
                </a:solidFill>
              </a:rPr>
              <a:t>scikit</a:t>
            </a:r>
            <a:r>
              <a:rPr sz="1400" dirty="0">
                <a:solidFill>
                  <a:srgbClr val="34495E"/>
                </a:solidFill>
              </a:rPr>
              <a:t>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2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pic>
        <p:nvPicPr>
          <p:cNvPr id="5" name="Picture 4" descr="task2_deep_learning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1722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E3E50"/>
                </a:solidFill>
              </a:defRPr>
            </a:pPr>
            <a:r>
              <a:t>Deep learning code screenshot showing the CNN model architecture and evaluation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3 - E-COMMERCE PRODUCT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Features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Interactive product gallery with real images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Thumbnail navigation and image counter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Customer reviews and rating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Tech Stack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Add to cart, </a:t>
            </a:r>
            <a:r>
              <a:rPr sz="1400" dirty="0" err="1">
                <a:solidFill>
                  <a:srgbClr val="34495E"/>
                </a:solidFill>
              </a:rPr>
              <a:t>wishlist</a:t>
            </a:r>
            <a:r>
              <a:rPr sz="1400" dirty="0">
                <a:solidFill>
                  <a:srgbClr val="34495E"/>
                </a:solidFill>
              </a:rPr>
              <a:t>, and review form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Responsive layout for desktop and mobile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Tools: HTML5, CSS3, JavaScript, </a:t>
            </a:r>
            <a:r>
              <a:rPr sz="1400" dirty="0" err="1">
                <a:solidFill>
                  <a:srgbClr val="34495E"/>
                </a:solidFill>
              </a:rPr>
              <a:t>Unsplash</a:t>
            </a:r>
            <a:r>
              <a:rPr sz="1400" dirty="0">
                <a:solidFill>
                  <a:srgbClr val="34495E"/>
                </a:solidFill>
              </a:rPr>
              <a:t>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3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1722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E3E50"/>
                </a:solidFill>
              </a:defRPr>
            </a:pPr>
            <a:r>
              <a:t>Interactive product page screenshot showing the gallery, product details, and review section.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0F47E-AE2A-4B94-9BB8-C73E1725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" y="950976"/>
            <a:ext cx="4830827" cy="4662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154217-313C-47B7-A761-5DB8563D6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467" y="950976"/>
            <a:ext cx="4216013" cy="4662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Python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pandas, NumPy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</a:t>
            </a:r>
            <a:r>
              <a:rPr sz="1400" dirty="0" err="1">
                <a:solidFill>
                  <a:srgbClr val="34495E"/>
                </a:solidFill>
              </a:rPr>
              <a:t>scikit</a:t>
            </a:r>
            <a:r>
              <a:rPr sz="1400" dirty="0">
                <a:solidFill>
                  <a:srgbClr val="34495E"/>
                </a:solidFill>
              </a:rPr>
              <a:t>-learn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TensorFlow/</a:t>
            </a:r>
            <a:r>
              <a:rPr sz="1400" dirty="0" err="1">
                <a:solidFill>
                  <a:srgbClr val="34495E"/>
                </a:solidFill>
              </a:rPr>
              <a:t>Keras</a:t>
            </a:r>
            <a:endParaRPr sz="1400" dirty="0">
              <a:solidFill>
                <a:srgbClr val="34495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Development Tools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HTML5, CSS3, JavaScript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VS Code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Git and GitHub</a:t>
            </a:r>
            <a:endParaRPr lang="en-US"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endParaRPr sz="14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 dirty="0">
                <a:solidFill>
                  <a:srgbClr val="34495E"/>
                </a:solidFill>
              </a:rPr>
              <a:t>• PowerPoint via python-pptx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8010144" cy="5321808"/>
          </a:xfrm>
          <a:prstGeom prst="rect">
            <a:avLst/>
          </a:prstGeom>
          <a:noFill/>
        </p:spPr>
        <p:txBody>
          <a:bodyPr wrap="square" lIns="101600" tIns="50800" rIns="101600" bIns="50800">
            <a:norm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 dirty="0">
                <a:solidFill>
                  <a:srgbClr val="34495E"/>
                </a:solidFill>
              </a:rPr>
              <a:t>• Task 1: ETL pipeline development</a:t>
            </a:r>
            <a:endParaRPr lang="en-US"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endParaRPr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 dirty="0">
                <a:solidFill>
                  <a:srgbClr val="34495E"/>
                </a:solidFill>
              </a:rPr>
              <a:t>• Task 2: Deep learning image classification</a:t>
            </a:r>
            <a:endParaRPr lang="en-US"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endParaRPr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 dirty="0">
                <a:solidFill>
                  <a:srgbClr val="34495E"/>
                </a:solidFill>
              </a:rPr>
              <a:t>• Task 3: E-commerce product page design</a:t>
            </a:r>
            <a:endParaRPr lang="en-US"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endParaRPr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 dirty="0">
                <a:solidFill>
                  <a:srgbClr val="34495E"/>
                </a:solidFill>
              </a:rPr>
              <a:t>• Learned data processing, ML, and frontend development</a:t>
            </a:r>
            <a:endParaRPr lang="en-US"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endParaRPr sz="1500" dirty="0">
              <a:solidFill>
                <a:srgbClr val="34495E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 dirty="0">
                <a:solidFill>
                  <a:srgbClr val="34495E"/>
                </a:solidFill>
              </a:rPr>
              <a:t>• Internship work completed for </a:t>
            </a:r>
            <a:r>
              <a:rPr sz="1500" dirty="0" err="1">
                <a:solidFill>
                  <a:srgbClr val="34495E"/>
                </a:solidFill>
              </a:rPr>
              <a:t>CodTech</a:t>
            </a:r>
            <a:r>
              <a:rPr sz="1500" dirty="0">
                <a:solidFill>
                  <a:srgbClr val="34495E"/>
                </a:solidFill>
              </a:rPr>
              <a:t> IT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378</Words>
  <Application>Microsoft Office PowerPoint</Application>
  <PresentationFormat>On-screen Show (4:3)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Deimon Kyndiah</cp:lastModifiedBy>
  <cp:revision>2</cp:revision>
  <dcterms:created xsi:type="dcterms:W3CDTF">2013-01-27T09:14:16Z</dcterms:created>
  <dcterms:modified xsi:type="dcterms:W3CDTF">2026-05-01T18:36:11Z</dcterms:modified>
  <cp:category/>
</cp:coreProperties>
</file>