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Front Pages — 2025-26 MCA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Full Data Science Project: End-to-end pipeline, API &amp; Frontend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Project: Full DS Project (Task-4)</a:t>
            </a:r>
          </a:p>
          <a:p>
            <a:pPr>
              <a:defRPr sz="1800"/>
            </a:pPr>
            <a:r>
              <a:t>Author: Internship Team — 2025-26 MCA cohort</a:t>
            </a:r>
          </a:p>
          <a:p>
            <a:pPr>
              <a:defRPr sz="1800"/>
            </a:pPr>
            <a:r>
              <a:t>Scope: Data preprocessing → Model training → FastAPI deployment → Frontend UI</a:t>
            </a:r>
          </a:p>
          <a:p>
            <a:pPr>
              <a:defRPr sz="1800"/>
            </a:pPr>
            <a:r>
              <a:t>Artifacts: serialized preprocessor &amp; models (models/), API (src/api.py), frontend (/ui)</a:t>
            </a:r>
          </a:p>
          <a:p>
            <a:pPr>
              <a:defRPr sz="1800"/>
            </a:pPr>
            <a:r>
              <a:t>Repo: branch 'task-4' with Docker &amp; docs for reproducibility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Synthetic data pipeline and AdvancedPreprocessor</a:t>
            </a:r>
          </a:p>
          <a:p>
            <a:pPr>
              <a:defRPr sz="1800"/>
            </a:pPr>
            <a:r>
              <a:t>Trained multiple models; saved best-performing artifacts</a:t>
            </a:r>
          </a:p>
          <a:p>
            <a:pPr>
              <a:defRPr sz="1800"/>
            </a:pPr>
            <a:r>
              <a:t>FastAPI endpoints for single and batch predictions</a:t>
            </a:r>
          </a:p>
          <a:p>
            <a:pPr>
              <a:defRPr sz="1800"/>
            </a:pPr>
            <a:r>
              <a:t>Interactive frontend with INR display and CSV upload</a:t>
            </a:r>
          </a:p>
          <a:p>
            <a:pPr>
              <a:defRPr sz="1800"/>
            </a:pPr>
            <a:r>
              <a:t>Presentation and documentation (this PPT, READMEs, deployment guides)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Next: Train on real Bangalore dataset and CI integration</a:t>
            </a:r>
          </a:p>
          <a:p>
            <a:pPr>
              <a:defRPr sz="1800"/>
            </a:pPr>
            <a:r>
              <a:t>Push final assets to 'task-4' branch and open PR for review</a:t>
            </a:r>
          </a:p>
          <a:p>
            <a:pPr>
              <a:defRPr sz="1800"/>
            </a:pPr>
            <a:r>
              <a:t>Generated: 2026-05-16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