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416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88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5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1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47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0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4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00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4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01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15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3118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93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73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22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92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2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516" y="415829"/>
            <a:ext cx="6620968" cy="3329581"/>
          </a:xfrm>
        </p:spPr>
        <p:txBody>
          <a:bodyPr/>
          <a:lstStyle/>
          <a:p>
            <a:pPr algn="ctr"/>
            <a:r>
              <a:rPr lang="en-IN" dirty="0"/>
              <a:t>T</a:t>
            </a:r>
            <a:r>
              <a:rPr dirty="0"/>
              <a:t>a</a:t>
            </a:r>
            <a:r>
              <a:rPr b="1" dirty="0"/>
              <a:t>s</a:t>
            </a:r>
            <a:r>
              <a:rPr dirty="0"/>
              <a:t>k 4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516" y="3745410"/>
            <a:ext cx="6620968" cy="861420"/>
          </a:xfrm>
        </p:spPr>
        <p:txBody>
          <a:bodyPr/>
          <a:lstStyle/>
          <a:p>
            <a:pPr algn="ctr"/>
            <a:r>
              <a:rPr dirty="0"/>
              <a:t>End-to-end pipeline, API &amp; frontend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Deliver a full DS project: data → model → deployment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Training pipeline, advanced preprocessing, multi-model experiments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Lightweight API (</a:t>
            </a:r>
            <a:r>
              <a:rPr dirty="0" err="1"/>
              <a:t>FastAPI</a:t>
            </a:r>
            <a:r>
              <a:rPr dirty="0"/>
              <a:t>) + frontend demo for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Synthetic data generator used for rapid prototyping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 err="1"/>
              <a:t>AdvancedPreprocessor</a:t>
            </a:r>
            <a:r>
              <a:rPr dirty="0"/>
              <a:t>: imputation, encoding, scaling, outlier capping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Preprocessor persisted as an artifact for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Trained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r>
              <a:rPr dirty="0"/>
              <a:t>, </a:t>
            </a:r>
            <a:r>
              <a:rPr dirty="0" err="1"/>
              <a:t>CatBoost</a:t>
            </a:r>
            <a:r>
              <a:rPr dirty="0"/>
              <a:t>, Random Forest and ensemble approach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Cross-validation used for model selection; artifacts saved to models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Handled training issues: scaler lifecycle &amp; categorical encoding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&amp;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FastAPI</a:t>
            </a:r>
            <a:r>
              <a:rPr dirty="0"/>
              <a:t> endpoints: /predict, /batch-predict, /health, /model-info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Frontend UI with single/batch prediction, analytics and INR toggle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Frontend served at /</a:t>
            </a:r>
            <a:r>
              <a:rPr dirty="0" err="1"/>
              <a:t>ui</a:t>
            </a:r>
            <a:r>
              <a:rPr dirty="0"/>
              <a:t>/ when API runs locally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Zero-dependency instant demo (INSTANT_DEMO.html) for quick demo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End-to-end tested locally; health and sample prediction verified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Models and preprocessor tested with debug loaders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Dockerfile</a:t>
            </a:r>
            <a:r>
              <a:rPr dirty="0"/>
              <a:t> and docker-compose scaffold added for containerization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Project pushed to GitHub branch 'task-4' for review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Documentation: README, GETTING_STARTED, DEPLOYMENT guides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Train on real Bangalore housing data and convert predictions to INR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Add CI tests, model monitoring, and optional auth for the API</a:t>
            </a:r>
            <a:endParaRPr lang="en-IN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Build Docker image and automated deployment (Cloud/</a:t>
            </a:r>
            <a:r>
              <a:rPr dirty="0" err="1"/>
              <a:t>DockerHub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568</TotalTime>
  <Words>239</Words>
  <Application>Microsoft Office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Task 4 </vt:lpstr>
      <vt:lpstr>Objective &amp; Scope</vt:lpstr>
      <vt:lpstr>Data &amp; Preprocessing</vt:lpstr>
      <vt:lpstr>Modeling &amp; Training</vt:lpstr>
      <vt:lpstr>API &amp; Frontend</vt:lpstr>
      <vt:lpstr>Demo &amp; Verification</vt:lpstr>
      <vt:lpstr>Deployment &amp; Repo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4 — Full Data Science Project</dc:title>
  <dc:subject/>
  <dc:creator/>
  <cp:keywords/>
  <dc:description>generated using python-pptx</dc:description>
  <cp:lastModifiedBy>Deimon Kyndiah</cp:lastModifiedBy>
  <cp:revision>4</cp:revision>
  <dcterms:created xsi:type="dcterms:W3CDTF">2013-01-27T09:14:16Z</dcterms:created>
  <dcterms:modified xsi:type="dcterms:W3CDTF">2026-05-16T05:36:55Z</dcterms:modified>
  <cp:category/>
</cp:coreProperties>
</file>